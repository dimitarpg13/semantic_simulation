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93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39"/>
  </p:normalViewPr>
  <p:slideViewPr>
    <p:cSldViewPr snapToGrid="0">
      <p:cViewPr>
        <p:scale>
          <a:sx n="314" d="100"/>
          <a:sy n="314" d="100"/>
        </p:scale>
        <p:origin x="-4512" y="-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DF61D-F41C-8FAC-F7B8-D90957438A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EAEF79-126D-773D-03D6-8AAF4B87C5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5B8E5-10C5-B7FC-70BD-57A219A14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0FD84-6BBC-6381-5AEE-AB059F14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D93CD-C21F-5B3F-93F6-92CBF50AC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851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5F2B-664F-6442-9CC2-B55A267DC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55BDD-D1CA-BAD9-A8DA-4671A536B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67A09-4666-2A94-4CD8-08571DF84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A41FA-37C8-816F-B92A-906000AFE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6DBC14-6CFF-FE4F-0192-794CD51EE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078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D8E49-B5CB-E068-403A-F3F5AFE30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8F367D-E72B-13BF-9CE4-A31228AAA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7CE7C-8A6D-1E6D-6F68-066A13E38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2C3FA-CE8C-FDCE-65EB-DC10E8894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3D8CA-19BC-0B4E-E837-030F3FD46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692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BEAB6-F23D-6945-DCAC-20FADBABA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72DE5-8277-7943-F912-D0C7636012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94F891-5332-C2E0-9E98-DE4954019A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5AD4FB-381F-95E9-9424-2BA6D11E2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789D71-651E-EC66-9E42-63ADB3047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A0B15E-8B3F-4ADF-025D-AE9000061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5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86A4F-211E-2782-E98F-FC30AED21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4AF0FB-F6E5-8F09-7604-3C5D9F2DE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A3F456-05E3-25E7-E516-8AA2276204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6EB15C-C1CB-33AD-4A68-0848BC0E34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723B48-0FB2-8DCA-7D6B-45950418E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7B48AD-8134-30BA-9E50-C9E0A4B6C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34B0B6-5DE0-11A5-FD30-2D693F666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E0F51A-5A9D-62A6-752C-1B407EFEE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32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3DC52-CD29-507A-7458-60026042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22C56F-FC46-C622-E460-F573DEC9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13BA81-485F-3520-DD9B-9259CCAFA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11AC0C-5C3A-187E-63B1-A68B916D5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768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B7810B-6CF6-A0FE-9363-3DE293749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2CFE0B-4538-EC7B-0FAF-62B3346DA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0A316-062D-0AD4-0A9A-888FC61AE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921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BB0DA-5417-4A18-F5B1-D7F052895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C5C59-8B3E-EA29-15C4-D599AAB033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7B4177-3564-A5E8-8F5E-61F7CE7B9B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2E0097-5726-21F5-2214-45A115890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101362-B6BE-E670-5BBA-BADCB7AC8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BB4531-A40C-E461-EC3F-0A769AADF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959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89111-0C83-DF40-9422-A49A2AA2A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265B03-2A15-2D47-1FED-E0144B3D09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27D963-7AB0-2E05-EC4A-4D49F7077D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276893-004B-B40F-6DFE-11915FF37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B217B7-AE18-B320-1D1F-78185010E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C65F6-5BBC-E3AB-1DD9-E230F275D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953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4282E-B74D-EB4F-8C7C-B3FA13C93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BA6AEF-31A7-252E-A74E-DB87F9123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ADAED8-0371-1D72-7050-F9B943F3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95636-BC09-CCD6-8745-EC8694B88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0B46F-A91E-E5F9-4813-FA7645D5C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628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BCCDD6-9520-AC3D-A973-90D31604C2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B9A217-8C91-5BB7-A539-244E104BC1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4CDDF-9368-CCF2-C794-B8C01DC67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A5130-17EC-15A1-46EE-584B218DB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72CEA-0D86-5C50-1331-A8EB39932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09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579485-375A-0003-74FA-CE25554B6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392A3-1276-972C-B37D-42C948838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64C17-F0F2-21DC-CB35-9FF78C0869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0B760-C370-9F52-A1B7-143C533EE1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B08D4A-5785-0E91-C195-31BC8D1CDE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162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3A2428F0-D6AB-E5EF-F283-D7FF95ADDD72}"/>
                  </a:ext>
                </a:extLst>
              </p:cNvPr>
              <p:cNvSpPr/>
              <p:nvPr/>
            </p:nvSpPr>
            <p:spPr>
              <a:xfrm>
                <a:off x="3191774" y="905774"/>
                <a:ext cx="2719458" cy="647897"/>
              </a:xfrm>
              <a:prstGeom prst="roundRect">
                <a:avLst/>
              </a:prstGeom>
              <a:solidFill>
                <a:schemeClr val="accent5">
                  <a:alpha val="2661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</a:rPr>
                  <a:t>Lagrangian Mechanics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̇"/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</m:d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̇"/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</m:d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p>
                        <m:sSup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p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p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3A2428F0-D6AB-E5EF-F283-D7FF95ADDD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1774" y="905774"/>
                <a:ext cx="2719458" cy="6478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2EF0B5C9-B2FD-4957-5E8C-9A5AFBF2EF3A}"/>
                  </a:ext>
                </a:extLst>
              </p:cNvPr>
              <p:cNvSpPr/>
              <p:nvPr/>
            </p:nvSpPr>
            <p:spPr>
              <a:xfrm>
                <a:off x="3191774" y="2013034"/>
                <a:ext cx="2719458" cy="647897"/>
              </a:xfrm>
              <a:prstGeom prst="roundRect">
                <a:avLst/>
              </a:prstGeom>
              <a:solidFill>
                <a:srgbClr val="949318">
                  <a:alpha val="25882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</a:rPr>
                  <a:t>Energy Conservation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̇"/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</m:d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</a:rPr>
                  <a:t>Accessible region: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9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9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2EF0B5C9-B2FD-4957-5E8C-9A5AFBF2EF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1774" y="2013034"/>
                <a:ext cx="2719458" cy="6478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0469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34</Words>
  <Application>Microsoft Macintosh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Dimitar Gueorguiev</dc:creator>
  <cp:lastModifiedBy>Dimitar Gueorguiev</cp:lastModifiedBy>
  <cp:revision>3</cp:revision>
  <dcterms:created xsi:type="dcterms:W3CDTF">2026-06-10T12:06:42Z</dcterms:created>
  <dcterms:modified xsi:type="dcterms:W3CDTF">2026-06-10T12:57:39Z</dcterms:modified>
</cp:coreProperties>
</file>